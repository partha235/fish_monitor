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060"/>
              </a:spcBef>
              <a:buNone/>
            </a:pP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B795C9-0B58-46FA-B2B6-D65D83A8CD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434326-3765-4C5F-A30C-85049C313C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1060"/>
              </a:spcBef>
              <a:buNone/>
            </a:pP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0DAAB9-D469-4865-9E1A-07E7946485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2DCCA244-0ACA-4449-A108-1EE9BFD21101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04F72133-DA1A-44D5-8FCA-4846F128CD34}" type="slidenum"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DD4100"/>
                </a:solidFill>
                <a:effectLst/>
                <a:uFillTx/>
                <a:latin typeface="Arial"/>
              </a:rPr>
              <a:t>FISH MONITOR SYSTEM</a:t>
            </a:r>
            <a:endParaRPr lang="en-US" sz="3300" b="0" u="none" strike="noStrik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Objectives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Measure pond or lake depth (bathymetry) in real-time. 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Monitor water and surface temperature accurately. 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Assess water quality using turbidity and pressure sensors. 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Provide live camera feed of the aquaculture environment. 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Detect and track fish behavior using OpenCV on a laptop.</a:t>
            </a: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endParaRPr lang="en-US" sz="24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A9B71B-F2D3-4F0A-A950-177F945DF5B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Intro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1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Smart system for monitoring aquaculture ponds and lakes.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1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Uses ESP32-S3 with sensors (water &amp; surface temperature, pressure, turbidity).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1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Captures live images of the pond using a camera.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1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Sends real-time environmental data to a web dashboard.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1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Detects and tracks fish behavior using OpenCV on a laptop.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50E1C5-DD49-45F9-B939-E029FA0B1F2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Existing System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Manual measurement of pond depth using rods or sounding lines.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Water temperature checked occasionally with thermometers.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Water quality assessed visually or using simple test kits.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Fish behavior observed manually by farmers.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No real-time data or automated monitoring; dependent on human effort.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92CE22-B00B-49D6-A3E7-47AC8810BE4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Block Diagram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2711520" y="972000"/>
            <a:ext cx="4351680" cy="37724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FCC585-16D5-4159-8827-127F18A0D9A9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Work Flow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2995200" y="916200"/>
            <a:ext cx="3690720" cy="404064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CAC442-2F13-4EA3-ACA9-ED9D75F1211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Software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Arduino IDE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Python &amp; OpenCV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HTML, CSS, JavaScript (Chart.js)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7734CA-C62E-4B51-807B-15912097A4E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Hardware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ESP32-S3 Camera Module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Ultrasonic Sensor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DS18B20 Water Temperature Sensor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DHT11 Temperature Sensor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BMP180 Pressure Sensor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Turbidity Sensor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Buck Converter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12v PS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3ED702-8C82-4901-8AE4-566E94AB56D1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Methodology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1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Data Acquisition</a:t>
            </a:r>
            <a:endParaRPr lang="en-US" sz="22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Deploy sensors in pond/lake: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Ultrasonic sensor → Measures depth of water/land.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DS18B20 &amp; DHT11 → Water &amp; surface temperature.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BMP180 → Pressure &amp; altitude data.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Turbidity sensor → Water quality assessment.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ESP32-S3 reads all sensor data periodically.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Live camera captures images of pond/lake.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DC8F53-9C76-4FF8-A874-DD12123E9AA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100" b="1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Data Acquisition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Deploy sensors in pond/lake: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Ultrasonic sensor → Measures depth of water/land.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DS18B20 &amp; DHT11 → Water &amp; surface temperature.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BMP180 → Pressure &amp; altitude data.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Turbidity sensor → Water quality assessment.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ESP32-S3 reads all sensor data periodically. 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Live camera captures images of pond/lake.</a:t>
            </a:r>
            <a:endParaRPr lang="en-US" sz="16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189A6C-EB95-4097-AFE1-B4897D0CC22C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2200" b="1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Visualization &amp; Analysis</a:t>
            </a:r>
            <a:endParaRPr lang="en-US" sz="22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Web dashboard displays: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Depth measurements over time (graph).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Water &amp; surface temperature, pressure, turbidity readings.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• Water quality status (Good/Bad).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Fish activity visualized via OpenCV analysis. 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572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Enables real-time monitoring and informed aquaculture decisions.</a:t>
            </a:r>
            <a:endParaRPr lang="en-US" sz="18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456378-DF96-4DB1-BE41-70E213B54A7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Merits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Real-time monitoring of pond/lake depth and water parameters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Automated fish detection and behavior tracking using OpenCV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Live camera feed for remote observation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Accurate water quality assessment using sensors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Reduces manual effort and human error 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Data visualization via web dashboard for informed decisions</a:t>
            </a:r>
            <a:endParaRPr lang="en-US" sz="21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B13EE6-FF1C-47CA-AFBA-E20596C7093F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Demerits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Initial setup cost can be high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Requires continuous power supply for ESP32 and sensors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WiFi range may limit remote monitoring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Sensor accuracy can be affected by environmental conditions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Camera and processing may lag in large ponds/lakes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257771-36AF-429C-A497-9A2D59108D3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32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Result &amp; Conclusion</a:t>
            </a:r>
            <a:endParaRPr lang="en-US" sz="32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Real-time monitoring of pond/lake depth and environmental parameters achieved.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Live camera feed provides visual observation of the aquaculture site.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Fish detection and tracking implemented successfully using OpenCV.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Data visualization on web dashboard enables easy analysis and decision-making. 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System reduces manual effort, improves water quality management, and is scalable for larger ponds/lakes.</a:t>
            </a:r>
            <a:endParaRPr lang="en-US" sz="20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C7045D-32A5-4D99-A5C8-D8E009F2AE93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300" b="0" u="none" strike="noStrike">
                <a:solidFill>
                  <a:srgbClr val="EEEEEE"/>
                </a:solidFill>
                <a:effectLst/>
                <a:uFillTx/>
                <a:latin typeface="Arial"/>
              </a:rPr>
              <a:t>Reference </a:t>
            </a: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75000"/>
              <a:buFont typeface="OpenSymbol"/>
              <a:buAutoNum type="arabicPlain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H. Liu, X. Ma, Y. Yu, L. Wang &amp; L. Hao, Application of Deep Learning-Based Object Detection Techniques in Fish Aquaculture: A Review, J. Mar. Sci. Eng., 2023 — discusses DL object detection for fish counting &amp; behavior analysis.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75000"/>
              <a:buFont typeface="OpenSymbol"/>
              <a:buAutoNum type="arabicPlain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M. Hamzaoui et al., An Improved Deep Learning Model for Underwater Species Recognition in Aquaculture, Fishes, 2023 — presents an enhanced YOLO‑based model for fish recognition.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75000"/>
              <a:buFont typeface="OpenSymbol"/>
              <a:buAutoNum type="arabicPlain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G. Li et al., Deep Learning-Based Fish Detection Using Above‑Water Infrared Camera for Deep‑Sea Aquaculture, Sensors, 2024 — explores DL models for fish detection with infrared imaging.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75000"/>
              <a:buFont typeface="OpenSymbol"/>
              <a:buAutoNum type="arabicPlain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Md. M. Hemal et al., An Integrated Smart Pond Water Quality Monitoring and Fish Farming Recommendation Aquabot System, Sensors, 2024 — IoT‑based water quality system for aquaculture.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75000"/>
              <a:buFont typeface="OpenSymbol"/>
              <a:buAutoNum type="arabicPlain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S. Zhang et al., Research Progress on Fish Farming Monitoring Based on Deep Learning Technology, Trans. Chinese Soc. Agricultural Eng., 2024 — surveys DL advances in fish farm monitoring.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73ABE9-6EB6-4910-A333-92B2F40EA3D9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3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80000"/>
              <a:buFont typeface="OpenSymbol"/>
              <a:buAutoNum type="arabicPlain" startAt="6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“AquaYOLO: Advanced YOLO‑based fish detection for optimized aquaculture pond monitoring,” Sci. Rep., 2025 — YOLO‑based fish detection in aquaculture ponds.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80000"/>
              <a:buFont typeface="OpenSymbol"/>
              <a:buAutoNum type="arabicPlain" startAt="6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“Deep learning based optimal fish species identification to maximize production in fish ponds,” Scientific Reports, 2025 — DL for fish species identification from pond data.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80000"/>
              <a:buFont typeface="OpenSymbol"/>
              <a:buAutoNum type="arabicPlain" startAt="6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“Artificial intelligence in aquaculture: Advancing sustainable fish farming,” Aquaculture, 2026 — recent review on AI for aquaculture monitoring &amp; optimization.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80000"/>
              <a:buFont typeface="OpenSymbol"/>
              <a:buAutoNum type="arabicPlain" startAt="6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(Optional emerging) J. Yang et al., FinSight‑Net: Physics‑Aware Network for Underwater Fish Detection in Smart Aquaculture, arXiv 2026 — cutting‑edge DL model designed for smart aquaculture fish detection.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77CAEE"/>
              </a:buClr>
              <a:buSzPct val="80000"/>
              <a:buFont typeface="OpenSymbol"/>
              <a:buAutoNum type="arabicPlain" startAt="6"/>
            </a:pPr>
            <a:r>
              <a:rPr lang="en-US" sz="1500" b="0" u="none" strike="noStrike">
                <a:solidFill>
                  <a:srgbClr val="009BDD"/>
                </a:solidFill>
                <a:effectLst/>
                <a:uFillTx/>
                <a:latin typeface="Arial"/>
              </a:rPr>
              <a:t>“Monitoring water quality metrics of ponds with IoT sensors and machine learning to predict fish species survival,” Microprocessors and Microsystems, 2023 — IoT + ML for pond water monitoring. </a:t>
            </a:r>
            <a:endParaRPr lang="en-US" sz="1500" b="0" u="none" strike="noStrik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D1C6B7-D1C8-424E-86DD-C5CD3A4B097C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3120840"/>
            <a:ext cx="9360000" cy="59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200" b="1" u="none" strike="noStrike">
                <a:solidFill>
                  <a:srgbClr val="4EB7E8"/>
                </a:solidFill>
                <a:effectLst/>
                <a:uFillTx/>
                <a:latin typeface="Arial"/>
              </a:rPr>
              <a:t>Thank You </a:t>
            </a:r>
            <a:endParaRPr lang="en-US" sz="4200" b="0" u="none" strike="noStrik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A4B757-AF67-4FEC-8930-C639E9642ACF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LibreOffice/26.2.0.3$Linux_X86_64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2026-04-05T18:20:17Z</dcterms:created>
  <dc:creator/>
  <dc:description>This work is licensed under a Creative Commons 0 License.
It makes use of the works of kka_libo_design@ashisuto.co.jp.</dc:description>
  <dc:language>en-US</dc:language>
  <cp:lastModifiedBy/>
  <dcterms:modified xsi:type="dcterms:W3CDTF">2026-04-05T19:39:24Z</dcterms:modified>
  <cp:revision>12</cp:revision>
  <dc:subject/>
  <dc:title>Blue Curve</dc:title>
</cp:coreProperties>
</file>